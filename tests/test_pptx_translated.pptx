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0000"/>
                </a:solidFill>
              </a:rPr>
              <a:t>Welcome to the Presentation
欢迎演示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0000"/>
                </a:solidFill>
              </a:rPr>
              <a:t>This is a sample text for translation testing.
这是用于翻译测试的示例文本。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0000"/>
                </a:solidFill>
              </a:rPr>
              <a:t>Second Slide
第二张幻灯片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0000"/>
                </a:solidFill>
              </a:rPr>
              <a:t>More content to translate here.
这里还有更多需要翻译的内容。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