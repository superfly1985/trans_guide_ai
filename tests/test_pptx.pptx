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Welcome to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sample text for translation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More content to translate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